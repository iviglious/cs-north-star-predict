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Desk Triage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Decision-support for frontline support agents</a:t>
            </a:r>
          </a:p>
          <a:p>
            <a:r>
              <a:t>Cambridge Spark AI Engineer Hackathon</a:t>
            </a:r>
          </a:p>
          <a:p>
            <a:r>
              <a:t>Tracks: Triage assistant + Similar-case retrieval</a:t>
            </a:r>
          </a:p>
          <a:p>
            <a:r>
              <a:t>Umapathy Desineni · dumpathy@gmail.com</a:t>
            </a:r>
          </a:p>
          <a:p>
            <a:r>
              <a:t>Branch: uma · github.com/Iviglious/cs-north-star-predict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Northstar Desk handles billing, access, bugs, integrations, and performance cases</a:t>
            </a:r>
          </a:p>
          <a:p>
            <a:pPr>
              <a:defRPr sz="2000"/>
            </a:pPr>
            <a:r>
              <a:t>Agents must quickly answer:</a:t>
            </a:r>
          </a:p>
          <a:p>
            <a:pPr>
              <a:defRPr sz="2000"/>
            </a:pPr>
            <a:r>
              <a:t>  • Who should own this? (billing, engineering, support…)</a:t>
            </a:r>
          </a:p>
          <a:p>
            <a:pPr>
              <a:defRPr sz="2000"/>
            </a:pPr>
            <a:r>
              <a:t>  • How urgent is it?</a:t>
            </a:r>
          </a:p>
          <a:p>
            <a:pPr>
              <a:defRPr sz="2000"/>
            </a:pPr>
            <a:r>
              <a:t>  • Have we seen this before? What fixed it last time?</a:t>
            </a:r>
          </a:p>
          <a:p>
            <a:pPr>
              <a:defRPr sz="2000"/>
            </a:pPr>
            <a:r>
              <a:t>Today: memory, Slack, asking a colleague — slow and inconsistent</a:t>
            </a:r>
          </a:p>
          <a:p>
            <a:pPr>
              <a:defRPr sz="2000"/>
            </a:pPr>
            <a:r>
              <a:t>Northstar wants decision-support — NOT AI that replaces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Paste a case summary → get suggestions in seconds</a:t>
            </a:r>
          </a:p>
          <a:p>
            <a:pPr>
              <a:defRPr sz="2000"/>
            </a:pPr>
            <a:r>
              <a:t>Routing: team, category, priority + confidence %</a:t>
            </a:r>
          </a:p>
          <a:p>
            <a:pPr>
              <a:defRPr sz="2000"/>
            </a:pPr>
            <a:r>
              <a:t>Risk: escalation probability + keyword flags</a:t>
            </a:r>
          </a:p>
          <a:p>
            <a:pPr>
              <a:defRPr sz="2000"/>
            </a:pPr>
            <a:r>
              <a:t>Similar cases: top 3 past cases with outcomes (status, resolution, CSAT)</a:t>
            </a:r>
          </a:p>
          <a:p>
            <a:pPr>
              <a:defRPr sz="2000"/>
            </a:pPr>
            <a:r>
              <a:t>Human stays in control — suggestions, not auto-routing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Run: cd lessons &amp;&amp; python app.py → http://127.0.0.1:7860</a:t>
            </a:r>
          </a:p>
          <a:p>
            <a:pPr>
              <a:defRPr sz="2000"/>
            </a:pPr>
            <a:r>
              <a:t>1. Paste case summary (or click an example)</a:t>
            </a:r>
          </a:p>
          <a:p>
            <a:pPr>
              <a:defRPr sz="2000"/>
            </a:pPr>
            <a:r>
              <a:t>2. Optional: channel + plan tier</a:t>
            </a:r>
          </a:p>
          <a:p>
            <a:pPr>
              <a:defRPr sz="2000"/>
            </a:pPr>
            <a:r>
              <a:t>3. Click Suggest routing</a:t>
            </a:r>
          </a:p>
          <a:p>
            <a:pPr>
              <a:defRPr sz="2000"/>
            </a:pPr>
            <a:r>
              <a:t>Demo example: "CSV export is blank for the sales report widget"</a:t>
            </a:r>
          </a:p>
          <a:p>
            <a:pPr>
              <a:defRPr sz="2000"/>
            </a:pPr>
            <a:r>
              <a:t>Expected: support/data_reporting/Medium, flag 'blank', similar case ND-2025-002008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uses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Primary: frontline support agent (email, webchat, phone, in-app)</a:t>
            </a:r>
          </a:p>
          <a:p>
            <a:pPr>
              <a:defRPr sz="2000"/>
            </a:pPr>
            <a:r>
              <a:t>Secondary: team lead — spot-checks routing, coaching with similar cases</a:t>
            </a:r>
          </a:p>
          <a:p>
            <a:pPr>
              <a:defRPr sz="2000"/>
            </a:pPr>
            <a:r>
              <a:t>30-second pitch:</a:t>
            </a:r>
          </a:p>
          <a:p>
            <a:pPr>
              <a:defRPr sz="2000"/>
            </a:pPr>
            <a:r>
              <a:t>"Paste the summary, get routing, risk, and three similar cases in seconds.</a:t>
            </a:r>
          </a:p>
          <a:p>
            <a:pPr>
              <a:defRPr sz="2000"/>
            </a:pPr>
            <a:r>
              <a:t>You stay in control — the tool helps you decide with evidence."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story — Sarah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 bug: CSV export issue → flags 'blank', similar case referenced in notes (saves 3–5 min)</a:t>
            </a:r>
          </a:p>
          <a:p>
            <a:pPr>
              <a:defRPr sz="2000"/>
            </a:pPr>
            <a:r>
              <a:t>Failed payment: 39% escalation risk, flags 'failed' + urgency; similar case solved in 3.8h</a:t>
            </a:r>
          </a:p>
          <a:p>
            <a:pPr>
              <a:defRPr sz="2000"/>
            </a:pPr>
            <a:r>
              <a:t>Override: VAT receipt → billing/Medium confirmed; 42% confidence → agent uses judgement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12 monthly CSV exports (Jan–Dec 2025)</a:t>
            </a:r>
          </a:p>
          <a:p>
            <a:pPr>
              <a:defRPr sz="2000"/>
            </a:pPr>
            <a:r>
              <a:t>Merge ~1,865 rows → dedupe to 1,730 unique cases</a:t>
            </a:r>
          </a:p>
          <a:p>
            <a:pPr>
              <a:defRPr sz="2000"/>
            </a:pPr>
            <a:r>
              <a:t>Clean: operations → support, invalid sentiment removed</a:t>
            </a:r>
          </a:p>
          <a:p>
            <a:pPr>
              <a:defRPr sz="2000"/>
            </a:pPr>
            <a:r>
              <a:t>Derive: SLA breach flags, search_text for retrieval</a:t>
            </a:r>
          </a:p>
          <a:p>
            <a:pPr>
              <a:defRPr sz="2000"/>
            </a:pPr>
            <a:r>
              <a:t>Handled: duplicate IDs, 42% missing CSAT, team rename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we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scikit-learn — lightweight, interpretable, no GPU</a:t>
            </a:r>
          </a:p>
          <a:p>
            <a:pPr>
              <a:defRPr sz="2000"/>
            </a:pPr>
            <a:r>
              <a:t>Team / category / priority → TF-IDF + Logistic Regression</a:t>
            </a:r>
          </a:p>
          <a:p>
            <a:pPr>
              <a:defRPr sz="2000"/>
            </a:pPr>
            <a:r>
              <a:t>Escalation risk → TF-IDF + Logistic Regression (balanced classes)</a:t>
            </a:r>
          </a:p>
          <a:p>
            <a:pPr>
              <a:defRPr sz="2000"/>
            </a:pPr>
            <a:r>
              <a:t>Similar cases → TF-IDF + Cosine similarity (top 3)</a:t>
            </a:r>
          </a:p>
          <a:p>
            <a:pPr>
              <a:defRPr sz="2000"/>
            </a:pPr>
            <a:r>
              <a:t>Risk flags → keyword rules (transparent, not black-box)</a:t>
            </a:r>
          </a:p>
          <a:p>
            <a:pPr>
              <a:defRPr sz="2000"/>
            </a:pPr>
            <a:r>
              <a:t>Not used: random forests, neural nets, LLMs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TF-IDF + logistic regression: fast, confidence scores, easy to explain</a:t>
            </a:r>
          </a:p>
          <a:p>
            <a:pPr>
              <a:defRPr sz="2000"/>
            </a:pPr>
            <a:r>
              <a:t>Cosine similarity: grounded in real cases — no hallucination</a:t>
            </a:r>
          </a:p>
          <a:p>
            <a:pPr>
              <a:defRPr sz="2000"/>
            </a:pPr>
            <a:r>
              <a:t>Keyword flags: agents can see and challenge rules</a:t>
            </a:r>
          </a:p>
          <a:p>
            <a:pPr>
              <a:defRPr sz="2000"/>
            </a:pPr>
            <a:r>
              <a:t>Gradio UI: shareable demo built in ~1 day</a:t>
            </a:r>
          </a:p>
          <a:p>
            <a:pPr>
              <a:defRPr sz="2000"/>
            </a:pPr>
            <a:r>
              <a:t>Trains on ~1,700 cases in seconds at app startup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5-fold cross-validation on case_summary only (matches Gradio input)</a:t>
            </a:r>
          </a:p>
          <a:p>
            <a:pPr>
              <a:defRPr sz="2000"/>
            </a:pPr>
            <a:r>
              <a:t>Team routing: 83.2% ± 2.3%</a:t>
            </a:r>
          </a:p>
          <a:p>
            <a:pPr>
              <a:defRPr sz="2000"/>
            </a:pPr>
            <a:r>
              <a:t>Category routing: 85.5% ± 1.5%</a:t>
            </a:r>
          </a:p>
          <a:p>
            <a:pPr>
              <a:defRPr sz="2000"/>
            </a:pPr>
            <a:r>
              <a:t>Priority: 60.7% ± 1.8% (hardest — overlapping labels)</a:t>
            </a:r>
          </a:p>
          <a:p>
            <a:pPr>
              <a:defRPr sz="2000"/>
            </a:pPr>
            <a:r>
              <a:t>Escalation: 87.5% ROC AUC ± 1.4%</a:t>
            </a:r>
          </a:p>
          <a:p>
            <a:pPr>
              <a:defRPr sz="2000"/>
            </a:pPr>
            <a:r>
              <a:t>Reproducible in hackathon-notebook.ipynb Block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Every suggestion shows confidence — agents know when to override</a:t>
            </a:r>
          </a:p>
          <a:p>
            <a:pPr>
              <a:defRPr sz="2000"/>
            </a:pPr>
            <a:r>
              <a:t>Team: median 73% confidence, 14.5% below 50%</a:t>
            </a:r>
          </a:p>
          <a:p>
            <a:pPr>
              <a:defRPr sz="2000"/>
            </a:pPr>
            <a:r>
              <a:t>Category: median 59%, 34.2% below 50%</a:t>
            </a:r>
          </a:p>
          <a:p>
            <a:pPr>
              <a:defRPr sz="2000"/>
            </a:pPr>
            <a:r>
              <a:t>Priority: median 57%, 30.8% below 50%</a:t>
            </a:r>
          </a:p>
          <a:p>
            <a:pPr>
              <a:defRPr sz="2000"/>
            </a:pPr>
            <a:r>
              <a:t>Decision-support, not automation — low confidence = use judgement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Train/inference mismatch — retrain on summary-only for production</a:t>
            </a:r>
          </a:p>
          <a:p>
            <a:pPr>
              <a:defRPr sz="2000"/>
            </a:pPr>
            <a:r>
              <a:t>No subcategory prediction (178 classes — too sparse)</a:t>
            </a:r>
          </a:p>
          <a:p>
            <a:pPr>
              <a:defRPr sz="2000"/>
            </a:pPr>
            <a:r>
              <a:t>Similar cases may include unresolved outcomes</a:t>
            </a:r>
          </a:p>
          <a:p>
            <a:pPr>
              <a:defRPr sz="2000"/>
            </a:pPr>
            <a:r>
              <a:t>Keyword flags are brittle (substring matching)</a:t>
            </a:r>
          </a:p>
          <a:p>
            <a:pPr>
              <a:defRPr sz="2000"/>
            </a:pPr>
            <a:r>
              <a:t>Standalone app — no CMS integration yet</a:t>
            </a:r>
          </a:p>
          <a:p>
            <a:pPr>
              <a:defRPr sz="2000"/>
            </a:pPr>
            <a:r>
              <a:t>Demographics not used; fairness audit needed for production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cs-north-star-predict (branch: uma)</a:t>
            </a:r>
          </a:p>
          <a:p>
            <a:pPr>
              <a:defRPr sz="2000"/>
            </a:pPr>
            <a:r>
              <a:t>lessons/app.py — Gradio demo</a:t>
            </a:r>
          </a:p>
          <a:p>
            <a:pPr>
              <a:defRPr sz="2000"/>
            </a:pPr>
            <a:r>
              <a:t>lessons/data_loader.py — data pipeline</a:t>
            </a:r>
          </a:p>
          <a:p>
            <a:pPr>
              <a:defRPr sz="2000"/>
            </a:pPr>
            <a:r>
              <a:t>lessons/triage_engine.py — models</a:t>
            </a:r>
          </a:p>
          <a:p>
            <a:pPr>
              <a:defRPr sz="2000"/>
            </a:pPr>
            <a:r>
              <a:t>lessons/hackathon-notebook.ipynb — EDA + evaluation</a:t>
            </a:r>
          </a:p>
          <a:p>
            <a:pPr>
              <a:defRPr sz="2000"/>
            </a:pPr>
            <a:r>
              <a:t>lessons/data/ — 12 CSV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—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Priority 1: retrain summary-only, Accept/Override logging, suggested next steps</a:t>
            </a:r>
          </a:p>
          <a:p>
            <a:pPr>
              <a:defRPr sz="2000"/>
            </a:pPr>
            <a:r>
              <a:t>Priority 2: time-based eval (Q1–Q3 train, Q4 test), ops dashboard, CMS integration</a:t>
            </a:r>
          </a:p>
          <a:p>
            <a:pPr>
              <a:defRPr sz="2000"/>
            </a:pPr>
            <a:r>
              <a:t>Month 2+: sentence embeddings, closed-loop retraining, fairness audit + PII redaction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 adoption: &gt;70% use on new cases</a:t>
            </a:r>
          </a:p>
          <a:p>
            <a:pPr>
              <a:defRPr sz="2000"/>
            </a:pPr>
            <a:r>
              <a:t>Override rate: &lt;30%</a:t>
            </a:r>
          </a:p>
          <a:p>
            <a:pPr>
              <a:defRPr sz="2000"/>
            </a:pPr>
            <a:r>
              <a:t>Time to route: −20%</a:t>
            </a:r>
          </a:p>
          <a:p>
            <a:pPr>
              <a:defRPr sz="2000"/>
            </a:pPr>
            <a:r>
              <a:t>Escalation surprises: −15%</a:t>
            </a:r>
          </a:p>
          <a:p>
            <a:pPr>
              <a:defRPr sz="2000"/>
            </a:pPr>
            <a:r>
              <a:t>Agent satisfaction: ≥4/5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—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Demo: cd lessons &amp;&amp; python app.py</a:t>
            </a:r>
          </a:p>
          <a:p>
            <a:pPr>
              <a:defRPr sz="2000"/>
            </a:pPr>
            <a:r>
              <a:t>Notebook: jupyter notebook hackathon-notebook.ipynb</a:t>
            </a:r>
          </a:p>
          <a:p>
            <a:pPr>
              <a:defRPr sz="2000"/>
            </a:pPr>
            <a:r>
              <a:t>Branches: main (starter), Peter (structured ML), uma (this submission)</a:t>
            </a:r>
          </a:p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