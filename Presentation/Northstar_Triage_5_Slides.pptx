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Desk Triage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Engineer Hackathon · Cambridge Spark</a:t>
            </a:r>
          </a:p>
          <a:p>
            <a:r>
              <a:t>Decision-support for frontline support agents</a:t>
            </a:r>
          </a:p>
          <a:p>
            <a:r>
              <a:t>Tracks: Triage assistant + Similar-case retrieval</a:t>
            </a:r>
          </a:p>
          <a:p>
            <a:r>
              <a:t>Umapathy Desineni  ·  branch: uma</a:t>
            </a:r>
          </a:p>
          <a:p>
            <a:r>
              <a:t>github.com/Iviglious/cs-north-star-predict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Problem: Agents must route cases fast — who owns it? how urgent? seen before?</a:t>
            </a:r>
          </a:p>
          <a:p>
            <a:pPr>
              <a:defRPr sz="2000"/>
            </a:pPr>
            <a:r>
              <a:t>Today: memory, Slack, colleagues → slow, inconsistent, hard for new starters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Solution: Paste case summary → instant suggestions (human stays in control)</a:t>
            </a:r>
          </a:p>
          <a:p>
            <a:pPr>
              <a:defRPr sz="2000"/>
            </a:pPr>
            <a:r>
              <a:t>  • Routing: team, category, priority + confidence %</a:t>
            </a:r>
          </a:p>
          <a:p>
            <a:pPr>
              <a:defRPr sz="2000"/>
            </a:pPr>
            <a:r>
              <a:t>  • Risk: escalation probability + keyword flags</a:t>
            </a:r>
          </a:p>
          <a:p>
            <a:pPr>
              <a:defRPr sz="2000"/>
            </a:pPr>
            <a:r>
              <a:t>  • Similar cases: top 3 past outcomes (what worked before)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Demo: cd lessons &amp;&amp; python app.py  →  http://127.0.0.1:7860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Data: 12 monthly CSVs → 1,730 unique cases (deduped, cleaned)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Models (scikit-learn — no GPU, no LLM):</a:t>
            </a:r>
          </a:p>
          <a:p>
            <a:pPr>
              <a:defRPr sz="2000"/>
            </a:pPr>
            <a:r>
              <a:t>  • TF-IDF + Logistic Regression → team, category, priority, escalation</a:t>
            </a:r>
          </a:p>
          <a:p>
            <a:pPr>
              <a:defRPr sz="2000"/>
            </a:pPr>
            <a:r>
              <a:t>  • TF-IDF + Cosine similarity → find 3 similar historical cases</a:t>
            </a:r>
          </a:p>
          <a:p>
            <a:pPr>
              <a:defRPr sz="2000"/>
            </a:pPr>
            <a:r>
              <a:t>  • Keyword rules → transparent risk flags (urgent, failed, blank…)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Why: fast, interpretable, confidence scores agents can trust or override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(5-fold CV on case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Team routing:     83.2% accuracy</a:t>
            </a:r>
          </a:p>
          <a:p>
            <a:pPr>
              <a:defRPr sz="2200"/>
            </a:pPr>
            <a:r>
              <a:t>Category routing: 85.5% accuracy</a:t>
            </a:r>
          </a:p>
          <a:p>
            <a:pPr>
              <a:defRPr sz="2200"/>
            </a:pPr>
            <a:r>
              <a:t>Priority:         60.7% accuracy  (hardest target)</a:t>
            </a:r>
          </a:p>
          <a:p>
            <a:pPr>
              <a:defRPr sz="2200"/>
            </a:pPr>
            <a:r>
              <a:t>Escalation:       87.5% ROC AUC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Confidence shown in UI — 30–34% of category/priority cases below 50%</a:t>
            </a:r>
          </a:p>
          <a:p>
            <a:pPr>
              <a:defRPr sz="2200"/>
            </a:pPr>
            <a:r>
              <a:t>→ agents override when uncertain (decision-support, not automation)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Notebook + Gradio app both validated end-to-end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Next week:</a:t>
            </a:r>
          </a:p>
          <a:p>
            <a:pPr>
              <a:defRPr sz="2200"/>
            </a:pPr>
            <a:r>
              <a:t>  • Retrain on summary-only text (production-ready)</a:t>
            </a:r>
          </a:p>
          <a:p>
            <a:pPr>
              <a:defRPr sz="2200"/>
            </a:pPr>
            <a:r>
              <a:t>  • Accept/Override logging + suggested next steps from similar cases</a:t>
            </a:r>
          </a:p>
          <a:p>
            <a:pPr>
              <a:defRPr sz="2200"/>
            </a:pPr>
            <a:r>
              <a:t>  • CMS integration + ops dashboard for team leads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Pilot targets: &gt;70% adoption · &lt;30% override · −20% time to route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